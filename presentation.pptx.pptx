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  <p:sldId id="264" r:id="rId10"/>
    <p:sldId id="265" r:id="rId11"/>
    <p:sldId id="266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728" autoAdjust="0"/>
  </p:normalViewPr>
  <p:slideViewPr>
    <p:cSldViewPr snapToGrid="0">
      <p:cViewPr varScale="1">
        <p:scale>
          <a:sx n="70" d="100"/>
          <a:sy n="70" d="100"/>
        </p:scale>
        <p:origin x="5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A G" userId="4d535826261a8857" providerId="LiveId" clId="{CD0E4DC2-5F39-40B2-9A16-3486A15460D5}"/>
    <pc:docChg chg="undo custSel modSld sldOrd">
      <pc:chgData name="SRINIVASA G" userId="4d535826261a8857" providerId="LiveId" clId="{CD0E4DC2-5F39-40B2-9A16-3486A15460D5}" dt="2025-12-18T12:06:19.412" v="165" actId="1076"/>
      <pc:docMkLst>
        <pc:docMk/>
      </pc:docMkLst>
      <pc:sldChg chg="modSp mod">
        <pc:chgData name="SRINIVASA G" userId="4d535826261a8857" providerId="LiveId" clId="{CD0E4DC2-5F39-40B2-9A16-3486A15460D5}" dt="2025-12-18T11:55:58.436" v="25" actId="1076"/>
        <pc:sldMkLst>
          <pc:docMk/>
          <pc:sldMk cId="991562531" sldId="257"/>
        </pc:sldMkLst>
        <pc:spChg chg="mod">
          <ac:chgData name="SRINIVASA G" userId="4d535826261a8857" providerId="LiveId" clId="{CD0E4DC2-5F39-40B2-9A16-3486A15460D5}" dt="2025-12-18T11:55:58.436" v="25" actId="1076"/>
          <ac:spMkLst>
            <pc:docMk/>
            <pc:sldMk cId="991562531" sldId="257"/>
            <ac:spMk id="2" creationId="{C97B96DC-FFFF-0B52-86F6-7BF4D770F5F6}"/>
          </ac:spMkLst>
        </pc:spChg>
        <pc:spChg chg="mod">
          <ac:chgData name="SRINIVASA G" userId="4d535826261a8857" providerId="LiveId" clId="{CD0E4DC2-5F39-40B2-9A16-3486A15460D5}" dt="2025-12-18T11:54:43.792" v="15" actId="1076"/>
          <ac:spMkLst>
            <pc:docMk/>
            <pc:sldMk cId="991562531" sldId="257"/>
            <ac:spMk id="3" creationId="{36D91F05-8EBD-D1E7-3972-A44AE6F6EA72}"/>
          </ac:spMkLst>
        </pc:spChg>
      </pc:sldChg>
      <pc:sldChg chg="modSp mod">
        <pc:chgData name="SRINIVASA G" userId="4d535826261a8857" providerId="LiveId" clId="{CD0E4DC2-5F39-40B2-9A16-3486A15460D5}" dt="2025-12-18T11:56:08.574" v="26" actId="1076"/>
        <pc:sldMkLst>
          <pc:docMk/>
          <pc:sldMk cId="3341451525" sldId="258"/>
        </pc:sldMkLst>
        <pc:spChg chg="mod">
          <ac:chgData name="SRINIVASA G" userId="4d535826261a8857" providerId="LiveId" clId="{CD0E4DC2-5F39-40B2-9A16-3486A15460D5}" dt="2025-12-18T11:55:32.398" v="22" actId="255"/>
          <ac:spMkLst>
            <pc:docMk/>
            <pc:sldMk cId="3341451525" sldId="258"/>
            <ac:spMk id="2" creationId="{ED89B71E-4A3C-89B6-3E18-87288A9C2E4F}"/>
          </ac:spMkLst>
        </pc:spChg>
        <pc:spChg chg="mod">
          <ac:chgData name="SRINIVASA G" userId="4d535826261a8857" providerId="LiveId" clId="{CD0E4DC2-5F39-40B2-9A16-3486A15460D5}" dt="2025-12-18T11:56:08.574" v="26" actId="1076"/>
          <ac:spMkLst>
            <pc:docMk/>
            <pc:sldMk cId="3341451525" sldId="258"/>
            <ac:spMk id="3" creationId="{BE4CD138-4FF1-6109-AA9D-6A5F9F6736E5}"/>
          </ac:spMkLst>
        </pc:spChg>
        <pc:picChg chg="mod">
          <ac:chgData name="SRINIVASA G" userId="4d535826261a8857" providerId="LiveId" clId="{CD0E4DC2-5F39-40B2-9A16-3486A15460D5}" dt="2025-12-18T11:55:44.117" v="23" actId="1076"/>
          <ac:picMkLst>
            <pc:docMk/>
            <pc:sldMk cId="3341451525" sldId="258"/>
            <ac:picMk id="7" creationId="{81DBF507-B909-1891-D435-CD771D9E8BE8}"/>
          </ac:picMkLst>
        </pc:picChg>
      </pc:sldChg>
      <pc:sldChg chg="modSp mod ord">
        <pc:chgData name="SRINIVASA G" userId="4d535826261a8857" providerId="LiveId" clId="{CD0E4DC2-5F39-40B2-9A16-3486A15460D5}" dt="2025-12-18T12:02:51.574" v="103" actId="2711"/>
        <pc:sldMkLst>
          <pc:docMk/>
          <pc:sldMk cId="1700313349" sldId="259"/>
        </pc:sldMkLst>
        <pc:spChg chg="mod">
          <ac:chgData name="SRINIVASA G" userId="4d535826261a8857" providerId="LiveId" clId="{CD0E4DC2-5F39-40B2-9A16-3486A15460D5}" dt="2025-12-18T12:02:51.574" v="103" actId="2711"/>
          <ac:spMkLst>
            <pc:docMk/>
            <pc:sldMk cId="1700313349" sldId="259"/>
            <ac:spMk id="2" creationId="{33CD4B42-6347-668A-AA7B-FA6A2F035E70}"/>
          </ac:spMkLst>
        </pc:spChg>
        <pc:spChg chg="mod">
          <ac:chgData name="SRINIVASA G" userId="4d535826261a8857" providerId="LiveId" clId="{CD0E4DC2-5F39-40B2-9A16-3486A15460D5}" dt="2025-12-18T12:02:26.545" v="98" actId="1076"/>
          <ac:spMkLst>
            <pc:docMk/>
            <pc:sldMk cId="1700313349" sldId="259"/>
            <ac:spMk id="3" creationId="{4674FC2C-3CC6-66F6-E6D5-79F4CD9E2DBB}"/>
          </ac:spMkLst>
        </pc:spChg>
        <pc:picChg chg="mod">
          <ac:chgData name="SRINIVASA G" userId="4d535826261a8857" providerId="LiveId" clId="{CD0E4DC2-5F39-40B2-9A16-3486A15460D5}" dt="2025-12-18T12:02:35.425" v="101" actId="1076"/>
          <ac:picMkLst>
            <pc:docMk/>
            <pc:sldMk cId="1700313349" sldId="259"/>
            <ac:picMk id="5" creationId="{60494EFE-944C-B7F3-4387-41AE54B88A99}"/>
          </ac:picMkLst>
        </pc:picChg>
      </pc:sldChg>
      <pc:sldChg chg="modSp mod">
        <pc:chgData name="SRINIVASA G" userId="4d535826261a8857" providerId="LiveId" clId="{CD0E4DC2-5F39-40B2-9A16-3486A15460D5}" dt="2025-12-18T12:00:33.355" v="84" actId="1076"/>
        <pc:sldMkLst>
          <pc:docMk/>
          <pc:sldMk cId="1286336971" sldId="260"/>
        </pc:sldMkLst>
        <pc:spChg chg="mod">
          <ac:chgData name="SRINIVASA G" userId="4d535826261a8857" providerId="LiveId" clId="{CD0E4DC2-5F39-40B2-9A16-3486A15460D5}" dt="2025-12-18T11:56:27.673" v="29" actId="2711"/>
          <ac:spMkLst>
            <pc:docMk/>
            <pc:sldMk cId="1286336971" sldId="260"/>
            <ac:spMk id="2" creationId="{1C5CA81E-ABE0-86C1-3F58-88CAE992DFDB}"/>
          </ac:spMkLst>
        </pc:spChg>
        <pc:spChg chg="mod">
          <ac:chgData name="SRINIVASA G" userId="4d535826261a8857" providerId="LiveId" clId="{CD0E4DC2-5F39-40B2-9A16-3486A15460D5}" dt="2025-12-18T12:00:33.355" v="84" actId="1076"/>
          <ac:spMkLst>
            <pc:docMk/>
            <pc:sldMk cId="1286336971" sldId="260"/>
            <ac:spMk id="3" creationId="{A5C248DA-50AB-9C5E-B67E-4478B4A1947F}"/>
          </ac:spMkLst>
        </pc:spChg>
        <pc:picChg chg="mod">
          <ac:chgData name="SRINIVASA G" userId="4d535826261a8857" providerId="LiveId" clId="{CD0E4DC2-5F39-40B2-9A16-3486A15460D5}" dt="2025-12-18T11:56:15.984" v="27" actId="1076"/>
          <ac:picMkLst>
            <pc:docMk/>
            <pc:sldMk cId="1286336971" sldId="260"/>
            <ac:picMk id="5" creationId="{4DF197DB-DBE9-3D9B-0511-E1DB793380A8}"/>
          </ac:picMkLst>
        </pc:picChg>
      </pc:sldChg>
      <pc:sldChg chg="modSp mod">
        <pc:chgData name="SRINIVASA G" userId="4d535826261a8857" providerId="LiveId" clId="{CD0E4DC2-5F39-40B2-9A16-3486A15460D5}" dt="2025-12-18T12:00:41.565" v="85" actId="1076"/>
        <pc:sldMkLst>
          <pc:docMk/>
          <pc:sldMk cId="2784146031" sldId="261"/>
        </pc:sldMkLst>
        <pc:spChg chg="mod">
          <ac:chgData name="SRINIVASA G" userId="4d535826261a8857" providerId="LiveId" clId="{CD0E4DC2-5F39-40B2-9A16-3486A15460D5}" dt="2025-12-18T11:58:33.586" v="67" actId="20577"/>
          <ac:spMkLst>
            <pc:docMk/>
            <pc:sldMk cId="2784146031" sldId="261"/>
            <ac:spMk id="2" creationId="{CC7B7C96-DFD3-7C65-3883-066CA05817D4}"/>
          </ac:spMkLst>
        </pc:spChg>
        <pc:spChg chg="mod">
          <ac:chgData name="SRINIVASA G" userId="4d535826261a8857" providerId="LiveId" clId="{CD0E4DC2-5F39-40B2-9A16-3486A15460D5}" dt="2025-12-18T12:00:41.565" v="85" actId="1076"/>
          <ac:spMkLst>
            <pc:docMk/>
            <pc:sldMk cId="2784146031" sldId="261"/>
            <ac:spMk id="3" creationId="{C5943021-AAC9-4C32-11CD-7F207B5ACA95}"/>
          </ac:spMkLst>
        </pc:spChg>
        <pc:picChg chg="mod">
          <ac:chgData name="SRINIVASA G" userId="4d535826261a8857" providerId="LiveId" clId="{CD0E4DC2-5F39-40B2-9A16-3486A15460D5}" dt="2025-12-18T12:00:23.643" v="83" actId="1076"/>
          <ac:picMkLst>
            <pc:docMk/>
            <pc:sldMk cId="2784146031" sldId="261"/>
            <ac:picMk id="5" creationId="{67112FAA-1DF1-CE70-58D3-726027D6F29C}"/>
          </ac:picMkLst>
        </pc:picChg>
      </pc:sldChg>
      <pc:sldChg chg="modSp mod">
        <pc:chgData name="SRINIVASA G" userId="4d535826261a8857" providerId="LiveId" clId="{CD0E4DC2-5F39-40B2-9A16-3486A15460D5}" dt="2025-12-18T12:02:06.895" v="97" actId="1076"/>
        <pc:sldMkLst>
          <pc:docMk/>
          <pc:sldMk cId="2516628678" sldId="262"/>
        </pc:sldMkLst>
        <pc:spChg chg="mod">
          <ac:chgData name="SRINIVASA G" userId="4d535826261a8857" providerId="LiveId" clId="{CD0E4DC2-5F39-40B2-9A16-3486A15460D5}" dt="2025-12-18T11:58:21.749" v="61" actId="20577"/>
          <ac:spMkLst>
            <pc:docMk/>
            <pc:sldMk cId="2516628678" sldId="262"/>
            <ac:spMk id="2" creationId="{3F645FB9-8E85-21E0-48B8-0A49DDE8FCB8}"/>
          </ac:spMkLst>
        </pc:spChg>
        <pc:spChg chg="mod">
          <ac:chgData name="SRINIVASA G" userId="4d535826261a8857" providerId="LiveId" clId="{CD0E4DC2-5F39-40B2-9A16-3486A15460D5}" dt="2025-12-18T12:01:13.451" v="91" actId="1076"/>
          <ac:spMkLst>
            <pc:docMk/>
            <pc:sldMk cId="2516628678" sldId="262"/>
            <ac:spMk id="3" creationId="{2207A88C-C842-FC0E-A94A-CF14DD18D17F}"/>
          </ac:spMkLst>
        </pc:spChg>
        <pc:picChg chg="mod">
          <ac:chgData name="SRINIVASA G" userId="4d535826261a8857" providerId="LiveId" clId="{CD0E4DC2-5F39-40B2-9A16-3486A15460D5}" dt="2025-12-18T12:02:06.895" v="97" actId="1076"/>
          <ac:picMkLst>
            <pc:docMk/>
            <pc:sldMk cId="2516628678" sldId="262"/>
            <ac:picMk id="5" creationId="{A6DCC916-F1CC-2EF1-B298-A5DFFE7EC627}"/>
          </ac:picMkLst>
        </pc:picChg>
      </pc:sldChg>
      <pc:sldChg chg="modSp mod">
        <pc:chgData name="SRINIVASA G" userId="4d535826261a8857" providerId="LiveId" clId="{CD0E4DC2-5F39-40B2-9A16-3486A15460D5}" dt="2025-12-18T12:01:57.499" v="95" actId="1076"/>
        <pc:sldMkLst>
          <pc:docMk/>
          <pc:sldMk cId="535986681" sldId="263"/>
        </pc:sldMkLst>
        <pc:spChg chg="mod">
          <ac:chgData name="SRINIVASA G" userId="4d535826261a8857" providerId="LiveId" clId="{CD0E4DC2-5F39-40B2-9A16-3486A15460D5}" dt="2025-12-18T11:58:13.584" v="55" actId="20577"/>
          <ac:spMkLst>
            <pc:docMk/>
            <pc:sldMk cId="535986681" sldId="263"/>
            <ac:spMk id="2" creationId="{2D9D31A2-646A-A694-9827-FA6D8740C3BA}"/>
          </ac:spMkLst>
        </pc:spChg>
        <pc:spChg chg="mod">
          <ac:chgData name="SRINIVASA G" userId="4d535826261a8857" providerId="LiveId" clId="{CD0E4DC2-5F39-40B2-9A16-3486A15460D5}" dt="2025-12-18T12:01:57.499" v="95" actId="1076"/>
          <ac:spMkLst>
            <pc:docMk/>
            <pc:sldMk cId="535986681" sldId="263"/>
            <ac:spMk id="3" creationId="{CC91E7B0-2361-378D-AFD3-3A3114F2973E}"/>
          </ac:spMkLst>
        </pc:spChg>
        <pc:picChg chg="mod">
          <ac:chgData name="SRINIVASA G" userId="4d535826261a8857" providerId="LiveId" clId="{CD0E4DC2-5F39-40B2-9A16-3486A15460D5}" dt="2025-12-18T11:57:35.593" v="41" actId="1076"/>
          <ac:picMkLst>
            <pc:docMk/>
            <pc:sldMk cId="535986681" sldId="263"/>
            <ac:picMk id="7" creationId="{BEAFD6E9-5B29-D413-0F39-BC401561B0FB}"/>
          </ac:picMkLst>
        </pc:picChg>
      </pc:sldChg>
      <pc:sldChg chg="modSp mod">
        <pc:chgData name="SRINIVASA G" userId="4d535826261a8857" providerId="LiveId" clId="{CD0E4DC2-5F39-40B2-9A16-3486A15460D5}" dt="2025-12-18T12:03:55.093" v="114" actId="1076"/>
        <pc:sldMkLst>
          <pc:docMk/>
          <pc:sldMk cId="281054467" sldId="264"/>
        </pc:sldMkLst>
        <pc:spChg chg="mod">
          <ac:chgData name="SRINIVASA G" userId="4d535826261a8857" providerId="LiveId" clId="{CD0E4DC2-5F39-40B2-9A16-3486A15460D5}" dt="2025-12-18T12:03:16.065" v="106" actId="1076"/>
          <ac:spMkLst>
            <pc:docMk/>
            <pc:sldMk cId="281054467" sldId="264"/>
            <ac:spMk id="2" creationId="{BA797A9E-2352-46B4-BCF3-A68A7A0C4045}"/>
          </ac:spMkLst>
        </pc:spChg>
        <pc:spChg chg="mod">
          <ac:chgData name="SRINIVASA G" userId="4d535826261a8857" providerId="LiveId" clId="{CD0E4DC2-5F39-40B2-9A16-3486A15460D5}" dt="2025-12-18T12:03:55.093" v="114" actId="1076"/>
          <ac:spMkLst>
            <pc:docMk/>
            <pc:sldMk cId="281054467" sldId="264"/>
            <ac:spMk id="3" creationId="{9D212841-0820-73A2-ED8A-1548737502AF}"/>
          </ac:spMkLst>
        </pc:spChg>
        <pc:picChg chg="mod">
          <ac:chgData name="SRINIVASA G" userId="4d535826261a8857" providerId="LiveId" clId="{CD0E4DC2-5F39-40B2-9A16-3486A15460D5}" dt="2025-12-18T12:03:22.893" v="108" actId="1076"/>
          <ac:picMkLst>
            <pc:docMk/>
            <pc:sldMk cId="281054467" sldId="264"/>
            <ac:picMk id="4" creationId="{DCA941B7-CFF0-10CE-9693-0168B8ED91BC}"/>
          </ac:picMkLst>
        </pc:picChg>
      </pc:sldChg>
      <pc:sldChg chg="modSp mod">
        <pc:chgData name="SRINIVASA G" userId="4d535826261a8857" providerId="LiveId" clId="{CD0E4DC2-5F39-40B2-9A16-3486A15460D5}" dt="2025-12-18T12:05:07.784" v="152" actId="2711"/>
        <pc:sldMkLst>
          <pc:docMk/>
          <pc:sldMk cId="2243210083" sldId="265"/>
        </pc:sldMkLst>
        <pc:spChg chg="mod">
          <ac:chgData name="SRINIVASA G" userId="4d535826261a8857" providerId="LiveId" clId="{CD0E4DC2-5F39-40B2-9A16-3486A15460D5}" dt="2025-12-18T12:05:07.784" v="152" actId="2711"/>
          <ac:spMkLst>
            <pc:docMk/>
            <pc:sldMk cId="2243210083" sldId="265"/>
            <ac:spMk id="2" creationId="{32B158EE-1971-63CD-5792-57183C77A684}"/>
          </ac:spMkLst>
        </pc:spChg>
        <pc:spChg chg="mod">
          <ac:chgData name="SRINIVASA G" userId="4d535826261a8857" providerId="LiveId" clId="{CD0E4DC2-5F39-40B2-9A16-3486A15460D5}" dt="2025-12-18T12:04:43.315" v="147" actId="20577"/>
          <ac:spMkLst>
            <pc:docMk/>
            <pc:sldMk cId="2243210083" sldId="265"/>
            <ac:spMk id="3" creationId="{FDFEF06C-D89E-9351-DECF-6779D23A8497}"/>
          </ac:spMkLst>
        </pc:spChg>
        <pc:picChg chg="mod">
          <ac:chgData name="SRINIVASA G" userId="4d535826261a8857" providerId="LiveId" clId="{CD0E4DC2-5F39-40B2-9A16-3486A15460D5}" dt="2025-12-18T12:04:57.201" v="150" actId="1076"/>
          <ac:picMkLst>
            <pc:docMk/>
            <pc:sldMk cId="2243210083" sldId="265"/>
            <ac:picMk id="7" creationId="{B0A2F550-92B9-8910-B8CC-4B76658DA774}"/>
          </ac:picMkLst>
        </pc:picChg>
      </pc:sldChg>
      <pc:sldChg chg="modSp mod ord">
        <pc:chgData name="SRINIVASA G" userId="4d535826261a8857" providerId="LiveId" clId="{CD0E4DC2-5F39-40B2-9A16-3486A15460D5}" dt="2025-12-18T12:05:45.135" v="158" actId="1076"/>
        <pc:sldMkLst>
          <pc:docMk/>
          <pc:sldMk cId="4291113118" sldId="266"/>
        </pc:sldMkLst>
        <pc:spChg chg="mod">
          <ac:chgData name="SRINIVASA G" userId="4d535826261a8857" providerId="LiveId" clId="{CD0E4DC2-5F39-40B2-9A16-3486A15460D5}" dt="2025-12-18T12:05:22.965" v="154" actId="255"/>
          <ac:spMkLst>
            <pc:docMk/>
            <pc:sldMk cId="4291113118" sldId="266"/>
            <ac:spMk id="2" creationId="{C387BE72-7D50-1E9E-C423-0664F9D99CA6}"/>
          </ac:spMkLst>
        </pc:spChg>
        <pc:spChg chg="mod">
          <ac:chgData name="SRINIVASA G" userId="4d535826261a8857" providerId="LiveId" clId="{CD0E4DC2-5F39-40B2-9A16-3486A15460D5}" dt="2025-12-18T12:05:36.240" v="155" actId="1076"/>
          <ac:spMkLst>
            <pc:docMk/>
            <pc:sldMk cId="4291113118" sldId="266"/>
            <ac:spMk id="3" creationId="{F64C12BB-221B-A6F6-CCD2-C53316311236}"/>
          </ac:spMkLst>
        </pc:spChg>
        <pc:picChg chg="mod">
          <ac:chgData name="SRINIVASA G" userId="4d535826261a8857" providerId="LiveId" clId="{CD0E4DC2-5F39-40B2-9A16-3486A15460D5}" dt="2025-12-18T12:05:45.135" v="158" actId="1076"/>
          <ac:picMkLst>
            <pc:docMk/>
            <pc:sldMk cId="4291113118" sldId="266"/>
            <ac:picMk id="5" creationId="{B0EF81E7-F429-BDD2-082F-C60991737A8E}"/>
          </ac:picMkLst>
        </pc:picChg>
      </pc:sldChg>
      <pc:sldChg chg="modSp mod">
        <pc:chgData name="SRINIVASA G" userId="4d535826261a8857" providerId="LiveId" clId="{CD0E4DC2-5F39-40B2-9A16-3486A15460D5}" dt="2025-12-18T12:06:19.412" v="165" actId="1076"/>
        <pc:sldMkLst>
          <pc:docMk/>
          <pc:sldMk cId="90700438" sldId="269"/>
        </pc:sldMkLst>
        <pc:spChg chg="mod">
          <ac:chgData name="SRINIVASA G" userId="4d535826261a8857" providerId="LiveId" clId="{CD0E4DC2-5F39-40B2-9A16-3486A15460D5}" dt="2025-12-18T12:06:02.826" v="161" actId="2711"/>
          <ac:spMkLst>
            <pc:docMk/>
            <pc:sldMk cId="90700438" sldId="269"/>
            <ac:spMk id="2" creationId="{309A2A90-1306-B843-720C-A1C037528737}"/>
          </ac:spMkLst>
        </pc:spChg>
        <pc:spChg chg="mod">
          <ac:chgData name="SRINIVASA G" userId="4d535826261a8857" providerId="LiveId" clId="{CD0E4DC2-5F39-40B2-9A16-3486A15460D5}" dt="2025-12-18T12:06:15.261" v="164" actId="1076"/>
          <ac:spMkLst>
            <pc:docMk/>
            <pc:sldMk cId="90700438" sldId="269"/>
            <ac:spMk id="3" creationId="{9FCD6688-6806-42A3-F1D2-7A45B4A651EF}"/>
          </ac:spMkLst>
        </pc:spChg>
        <pc:picChg chg="mod">
          <ac:chgData name="SRINIVASA G" userId="4d535826261a8857" providerId="LiveId" clId="{CD0E4DC2-5F39-40B2-9A16-3486A15460D5}" dt="2025-12-18T12:06:19.412" v="165" actId="1076"/>
          <ac:picMkLst>
            <pc:docMk/>
            <pc:sldMk cId="90700438" sldId="269"/>
            <ac:picMk id="4" creationId="{99B7415E-E816-9DB1-32C0-AED57DE9B30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24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5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58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08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112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367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054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9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49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01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297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7396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651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168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090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513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802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9A783A-1677-44DA-B252-22B23462AD48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ED3941E-8941-4AE0-A255-F59CFA92F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535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259A-26CD-FFB4-0A91-DC5344CA9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2831" y="2136157"/>
            <a:ext cx="10058400" cy="172995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dirty="0">
                <a:latin typeface="Algerian" panose="04020705040A02060702" pitchFamily="82" charset="0"/>
              </a:rPr>
              <a:t>Library Management System</a:t>
            </a:r>
            <a:br>
              <a:rPr lang="en-US" sz="4400" dirty="0">
                <a:latin typeface="Algerian" panose="04020705040A02060702" pitchFamily="82" charset="0"/>
              </a:rPr>
            </a:br>
            <a:r>
              <a:rPr lang="en-US" sz="4400" dirty="0">
                <a:latin typeface="Algerian" panose="04020705040A02060702" pitchFamily="82" charset="0"/>
              </a:rPr>
              <a:t> </a:t>
            </a:r>
            <a:r>
              <a:rPr lang="en-US" sz="3600" dirty="0">
                <a:latin typeface="Algerian" panose="04020705040A02060702" pitchFamily="82" charset="0"/>
              </a:rPr>
              <a:t>Manage books , members, and borrowing 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923AC-37F4-FFAD-E368-C6C6F640E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61" y="4343280"/>
            <a:ext cx="4656315" cy="2514720"/>
          </a:xfrm>
        </p:spPr>
        <p:txBody>
          <a:bodyPr>
            <a:normAutofit/>
          </a:bodyPr>
          <a:lstStyle/>
          <a:p>
            <a:pPr algn="l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Rahul C -24SUUBEDAS243</a:t>
            </a:r>
          </a:p>
          <a:p>
            <a:pPr algn="l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Rahul Kumar -24SUUBEDAS244</a:t>
            </a:r>
          </a:p>
          <a:p>
            <a:pPr algn="l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Rakshitha N -24SUUBEDAS247</a:t>
            </a:r>
          </a:p>
          <a:p>
            <a:pPr algn="l"/>
            <a:r>
              <a:rPr lang="en-I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Ramyashree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-24SUUBEDAS251</a:t>
            </a:r>
          </a:p>
          <a:p>
            <a:pPr algn="l"/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Ranjitha MG -24SUUBEDAS252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57005E-2E01-917A-0906-DF83C32CF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8636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5D1A94-11F2-D259-11F9-EA0D170C1E2C}"/>
              </a:ext>
            </a:extLst>
          </p:cNvPr>
          <p:cNvSpPr txBox="1"/>
          <p:nvPr/>
        </p:nvSpPr>
        <p:spPr>
          <a:xfrm>
            <a:off x="8160783" y="5600640"/>
            <a:ext cx="4537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GUIDENCE OF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 ANIL KUMAR 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</a:t>
            </a:r>
          </a:p>
        </p:txBody>
      </p:sp>
    </p:spTree>
    <p:extLst>
      <p:ext uri="{BB962C8B-B14F-4D97-AF65-F5344CB8AC3E}">
        <p14:creationId xmlns:p14="http://schemas.microsoft.com/office/powerpoint/2010/main" val="745227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96DC-FFFF-0B52-86F6-7BF4D770F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374753"/>
            <a:ext cx="10353762" cy="970450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91F05-8EBD-D1E7-3972-A44AE6F6E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610" y="1804737"/>
            <a:ext cx="5127171" cy="4374289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Library Management System is a software application used to manage library activities in an organized and efficient way.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storing and maintaining details of books, members, and borrowed books digitally.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reduces manual work and saves time. It makes the process of adding books, registering members, and issuing books simple and accurate.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0748D-9013-7D7F-7CD0-08684DCFB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452" y="2124176"/>
            <a:ext cx="3309938" cy="338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562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9B71E-4A3C-89B6-3E18-87288A9C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067" y="560219"/>
            <a:ext cx="10353762" cy="970450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CD138-4FF1-6109-AA9D-6A5F9F673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622" y="2132498"/>
            <a:ext cx="4961709" cy="416528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library records in a systematic way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 and maintain book details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register and manage members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issue books to members easily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work and save time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BF507-B909-1891-D435-CD771D9E8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276" y="2230264"/>
            <a:ext cx="3172444" cy="311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51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CA81E-ABE0-86C1-3F58-88CAE992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SYSTEM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248DA-50AB-9C5E-B67E-4478B4A19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905000"/>
            <a:ext cx="6006737" cy="4953000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Library Management System is divided into the following modules: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Management Module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add and view book details.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Management Module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add and manage library members.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Borrowing (Issue Book) Module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issue books to members and maintain records.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197DB-DBE9-3D9B-0511-E1DB79338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53"/>
          <a:stretch>
            <a:fillRect/>
          </a:stretch>
        </p:blipFill>
        <p:spPr>
          <a:xfrm>
            <a:off x="7544235" y="2486298"/>
            <a:ext cx="3944461" cy="293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36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7C96-DFD3-7C65-3883-066CA058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BOOK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43021-AAC9-4C32-11CD-7F207B5AC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94835"/>
            <a:ext cx="5910353" cy="46535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book details in the library.</a:t>
            </a:r>
          </a:p>
          <a:p>
            <a:pPr marL="3690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books using Book ID and Book Name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book information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list of available books</a:t>
            </a:r>
          </a:p>
          <a:p>
            <a:pPr marL="3690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tracking of books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record keeping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12FAA-1DF1-CE70-58D3-726027D6F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478" y="2686019"/>
            <a:ext cx="3883559" cy="284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146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5FB9-8E85-21E0-48B8-0A49DDE8F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MEMBER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7A88C-C842-FC0E-A94A-CF14DD18D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439" y="1619798"/>
            <a:ext cx="6028464" cy="47061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library members efficiently.</a:t>
            </a:r>
          </a:p>
          <a:p>
            <a:pPr marL="3690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members using Member ID and Name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member information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list of registered members</a:t>
            </a:r>
          </a:p>
          <a:p>
            <a:pPr marL="3690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tracking of members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registration work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DCC916-F1CC-2EF1-B298-A5DFFE7EC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648" y="2670048"/>
            <a:ext cx="3681737" cy="285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28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31A2-646A-A694-9827-FA6D8740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BORROWING(ISSUE BOOK)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1E7B0-2361-378D-AFD3-3A3114F29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7661"/>
            <a:ext cx="5692639" cy="4680857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issue books to library members and maintain records.</a:t>
            </a:r>
          </a:p>
          <a:p>
            <a:pPr marL="369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Book ID and Member ID to issue a book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issued book information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list of issued books</a:t>
            </a:r>
          </a:p>
          <a:p>
            <a:pPr marL="369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tracking of borrowed books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accurate record-keeping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AFD6E9-5B29-D413-0F39-BC401561B0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55"/>
          <a:stretch>
            <a:fillRect/>
          </a:stretch>
        </p:blipFill>
        <p:spPr>
          <a:xfrm>
            <a:off x="7655434" y="2734709"/>
            <a:ext cx="3714750" cy="294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86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4B42-6347-668A-AA7B-FA6A2F035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4FC2C-3CC6-66F6-E6D5-79F4CD9E2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664" y="1889759"/>
            <a:ext cx="5492931" cy="4287203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– For understanding backend and object-oriented concepts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– To create the structure of the web page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– To design and style the user interface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– To handle logic and user actions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store data permanently in the browser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494EFE-944C-B7F3-4387-41AE54B88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091" y="2322576"/>
            <a:ext cx="3282245" cy="328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313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97A9E-2352-46B4-BCF3-A68A7A0C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67" y="417560"/>
            <a:ext cx="10353762" cy="970450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DATA STORAGE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12841-0820-73A2-ED8A-154873750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419" y="1961280"/>
            <a:ext cx="6439961" cy="4272007"/>
          </a:xfrm>
        </p:spPr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save data permanently in the browser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information about: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Issued books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remains even after page refresh or closing the browser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like a simple database for this 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A941B7-CFF0-10CE-9693-0168B8ED9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350" y="2255970"/>
            <a:ext cx="3452079" cy="368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4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158EE-1971-63CD-5792-57183C77A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WORKING OF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EF06C-D89E-9351-DECF-6779D23A8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469"/>
            <a:ext cx="5989320" cy="42784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book/member details or issues a book.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Clicks the Add / Issue button to save the data.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permanently.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on the web page update automatically to show current records.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books, members, and issued books anytime.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A2F550-92B9-8910-B8CC-4B76658DA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244" y="2279861"/>
            <a:ext cx="3376313" cy="324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10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7BE72-7D50-1E9E-C423-0664F9D9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C12BB-221B-A6F6-CCD2-C53316311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336" y="1992794"/>
            <a:ext cx="5745480" cy="439170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and user-friendly interface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paperwork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permanently and can be viewed anytime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management of books, members, and borrowing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for advanced library features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F81E7-F429-BDD2-082F-C60991737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041" y="2512608"/>
            <a:ext cx="3878516" cy="275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13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A2A90-1306-B843-720C-A1C03752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627" y="435864"/>
            <a:ext cx="10353762" cy="970450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D6688-6806-42A3-F1D2-7A45B4A65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056" y="1918933"/>
            <a:ext cx="5980611" cy="4139157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Library Management System simplifies library operations.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manages books, members, and borrowed books.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keeps records accurate.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basic concepts of Java and web-based storage.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enhanced further with databases and advanced features.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7415E-E816-9DB1-32C0-AED57DE9B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286" y="2277494"/>
            <a:ext cx="3095057" cy="356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0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4D7A0F-240C-D627-F0EB-1C9172F04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326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93</TotalTime>
  <Words>545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Arial Rounded MT Bold</vt:lpstr>
      <vt:lpstr>Calisto MT</vt:lpstr>
      <vt:lpstr>Times New Roman</vt:lpstr>
      <vt:lpstr>Wingdings 2</vt:lpstr>
      <vt:lpstr>Slate</vt:lpstr>
      <vt:lpstr>Library Management System  Manage books , members, and borrowing </vt:lpstr>
      <vt:lpstr>INTRODUCTION</vt:lpstr>
      <vt:lpstr>OBJECTIVE</vt:lpstr>
      <vt:lpstr>SYSTEM MODULES</vt:lpstr>
      <vt:lpstr>BOOK MANAGEMENT </vt:lpstr>
      <vt:lpstr>MEMBER MANAGEMENT </vt:lpstr>
      <vt:lpstr>BORROWING(ISSUE BOOK)</vt:lpstr>
      <vt:lpstr>TECHNOLOGIES USED</vt:lpstr>
      <vt:lpstr>DATA STORAGE MECHANISM</vt:lpstr>
      <vt:lpstr>WORKING OF THE SYSTEM</vt:lpstr>
      <vt:lpstr>ADVANTAGES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SRINIVASA G</dc:creator>
  <cp:lastModifiedBy>SRINIVASA G</cp:lastModifiedBy>
  <cp:revision>1</cp:revision>
  <dcterms:created xsi:type="dcterms:W3CDTF">2025-12-18T10:28:15Z</dcterms:created>
  <dcterms:modified xsi:type="dcterms:W3CDTF">2025-12-18T12:06:22Z</dcterms:modified>
</cp:coreProperties>
</file>